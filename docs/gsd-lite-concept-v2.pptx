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所要（分）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research</c:v>
                  </c:pt>
                  <c:pt idx="1">
                    <c:v>plan</c:v>
                  </c:pt>
                  <c:pt idx="2">
                    <c:v>impl ×14</c:v>
                  </c:pt>
                  <c:pt idx="3">
                    <c:v>verify ×3</c:v>
                  </c:pt>
                  <c:pt idx="4">
                    <c:v>reflect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8.2</c:v>
                </c:pt>
                <c:pt idx="1">
                  <c:v>3.8</c:v>
                </c:pt>
                <c:pt idx="2">
                  <c:v>50.2</c:v>
                </c:pt>
                <c:pt idx="3">
                  <c:v>20.2</c:v>
                </c:pt>
                <c:pt idx="4">
                  <c:v>4.5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ADCFC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AA7C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2761"/>
        </a:solidFill>
        <a:ln>
          <a:noFill/>
        </a:ln>
        <a:effectLst/>
      </c:spPr>
    </c:plotArea>
    <c:plotVisOnly val="1"/>
    <c:dispBlanksAs val="span"/>
  </c:chart>
  <c:spPr>
    <a:solidFill>
      <a:srgbClr val="1E2761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前回のコンセプト資料以降に入った変更を、6 つの観点でまとめる。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60520" y="914400"/>
            <a:ext cx="822960" cy="8229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60520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V2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gsd-lite V2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前回資料（2026-09 上旬）からの変更点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48056" y="32461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27346E"/>
          </a:solidFill>
          <a:ln w="12700">
            <a:solidFill>
              <a:srgbClr val="3D4A8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8056" y="324612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マルチエンジン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837944" y="32461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27346E"/>
          </a:solidFill>
          <a:ln w="12700">
            <a:solidFill>
              <a:srgbClr val="3D4A8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37944" y="324612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モデル・トークン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27832" y="32461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27346E"/>
          </a:solidFill>
          <a:ln w="12700">
            <a:solidFill>
              <a:srgbClr val="3D4A8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27832" y="324612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reflect（振り返り）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32461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27346E"/>
          </a:solidFill>
          <a:ln w="12700">
            <a:solidFill>
              <a:srgbClr val="3D4A8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7720" y="324612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並列化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07608" y="32461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27346E"/>
          </a:solidFill>
          <a:ln w="12700">
            <a:solidFill>
              <a:srgbClr val="3D4A8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07608" y="324612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運用ツール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97496" y="32461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27346E"/>
          </a:solidFill>
          <a:ln w="12700">
            <a:solidFill>
              <a:srgbClr val="3D4A8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97496" y="324612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実証結果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7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軽量・自律開発ランナー  |  2026-09-26  |  main 3d47075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変更点サマリ — 前回から何が増えたか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コンセプト（毎ターン新規コンテキスト / ダムループ / 人間の判断は前倒し）は不変。周辺を 6 方向に拡張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32588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⇄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30759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エンジン対応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10512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/ Codex / OpenCode。フェーズごとに実行エンジンを選べる（例: 計画は Claude、実装は Codex）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37560" y="118872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32588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⚙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30759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フェーズ別モデルとトークン切り替え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810512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エンジンごとのモデル・推論強度を state に保存。複数組織のトークンをターンごとにローテーション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17920" y="118872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5080" y="132588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↻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6839712" y="130759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reflect フェーズ（PMI 振り返り）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1810512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verify 合格後に記録だけを根拠に Plus / Minus / Interesting と「次回への提案」を書く。修正ラウンドにも対応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315468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▤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1078992" y="313639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記録の強化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639312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PROGRESS の申し送りを固定項目に。ループが turns.jsonl に試行ごとの所要・リトライ・コミット数を記録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37560" y="301752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74720" y="315468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7472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⫽</a:t>
            </a:r>
            <a:endParaRPr lang="en-US" sz="1260" dirty="0"/>
          </a:p>
        </p:txBody>
      </p:sp>
      <p:sp>
        <p:nvSpPr>
          <p:cNvPr id="27" name="Text 25"/>
          <p:cNvSpPr txBox="1"/>
          <p:nvPr/>
        </p:nvSpPr>
        <p:spPr>
          <a:xfrm>
            <a:off x="3959352" y="313639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サブエージェント並列化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3474720" y="3639312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plan が「並列サブ作業」を設計し、impl が並行実装、verify がレビューとセキュリティを並列化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17920" y="301752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55080" y="315468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5508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▣</a:t>
            </a:r>
            <a:endParaRPr lang="en-US" sz="1260" dirty="0"/>
          </a:p>
        </p:txBody>
      </p:sp>
      <p:sp>
        <p:nvSpPr>
          <p:cNvPr id="32" name="Text 30"/>
          <p:cNvSpPr txBox="1"/>
          <p:nvPr/>
        </p:nvSpPr>
        <p:spPr>
          <a:xfrm>
            <a:off x="6839712" y="313639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運用ツール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639312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--check（事前検証）/ --stop（ターン境界で中断・再開）/ --watch（簡易 TUI）/ init の高速化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7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gsd-lite V2  | 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マルチエンジン — フェーズごとに実行エンジンを選ぶ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対話するホストと無人ループの実行エンジンは独立。Claude Code で仕様を詰めて Codex / OpenCode に実装させてもよい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651760"/>
                <a:gridCol w="12801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エンジン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無人ターンの起動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プロジェクト内スキル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 Code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 -p --permission-mode acceptEdits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.claude/skills/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Codex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codex exec --sandbox workspace-write（approval never）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.agents/skills/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OpenCode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opencode run --dangerously-skip-permissions（deny は有効）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.opencode/skills/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4937760" cy="2011680"/>
          </a:xfrm>
          <a:prstGeom prst="roundRect">
            <a:avLst>
              <a:gd name="adj" fmla="val 3636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26974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実行パターン（discuss の最後に選ぶ → state.json に保存）</a:t>
            </a:r>
            <a:endParaRPr lang="en-US" sz="105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999232"/>
          <a:ext cx="4663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77240"/>
                <a:gridCol w="777240"/>
                <a:gridCol w="7772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パターン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research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plan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impl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verify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すべて Claude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実装だけ Codex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Codex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レビューだけ Codex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Codex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実装だけ OpenCode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OpenCode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カスタム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任意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任意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任意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任意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577840" y="118872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715000" y="12801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エンジン決定の優先順位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715000" y="1572768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GSD_LITE_ENGINE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↓ 環境変数（全フェーズ上書き）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phase_engines.&lt;phase&gt;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↓ フェーズ別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engine  →  未指定なら claude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5577840" y="2788920"/>
            <a:ext cx="3108960" cy="1828800"/>
          </a:xfrm>
          <a:prstGeom prst="roundRect">
            <a:avLst>
              <a:gd name="adj" fmla="val 4000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715000" y="2880360"/>
            <a:ext cx="2880360" cy="1691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install.sh --engine claude|codex|opencode|all でホストごとの init スキルと雛形を配置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OpenCode はスキルを / で呼べないため、/gsd-lite-init・discuss・reflect の薄いコマンドを同梱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--check が全フェーズの CLI・スキル配置・git 識別・Codex sandbox の実効性を起動前に検証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state の /gsd-lite-xxx はエンジン共通。ループがスキル参照へ変換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7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gsd-lite V2  | 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フェーズ別モデルとトークン切り替え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モデルは state.json に保存してコミット。init 後もいつでも編集できる（ループ停止 → 編集 → コミット）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920240"/>
                <a:gridCol w="2286000"/>
                <a:gridCol w="31089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エンジン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モデル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推論強度など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値の形式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model.&lt;phase&gt;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claude-opus-5 / claude-fable-5-1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Codex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codex.model.&lt;phase&gt;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codex.reasoning_effort.&lt;phase&gt;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gpt-5.5 + low〜xhigh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OpenCode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opencode.model.&lt;phase&gt;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opencode.variant / agent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4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provider/model（anthropic/claude-opus-5）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2487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&lt;phase&gt; = research / plan / impl / verify / reflect。既定: research・plan・verify・reflect = Fable、impl = Opus。--status の route 行で確認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457200" y="283464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29077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トークン切り替え（任意）— 複数組織の setup-token をターンごとに回す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40080" y="324612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B8E6D9"/>
          </a:solidFill>
          <a:ln w="12700">
            <a:solidFill>
              <a:srgbClr val="B8E6D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3246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TOKEN_ORG_A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11680" y="324612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240280" y="324612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B8E6D9"/>
          </a:solidFill>
          <a:ln w="12700">
            <a:solidFill>
              <a:srgbClr val="B8E6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40280" y="3246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TOKEN_ORG_B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24612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840480" y="324612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B8E6D9"/>
          </a:solidFill>
          <a:ln w="12700">
            <a:solidFill>
              <a:srgbClr val="B8E6D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40480" y="3246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TOKEN_ORG_C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3630168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A …（リトライも 1 回と数える）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3840480"/>
            <a:ext cx="4892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GSD_LITE_CLAUDE_TOKEN_VARS に「トークンを入れた環境変数の名前」を列挙（値は渡さない）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ターンごとに CLAUDE_CODE_OAUTH_TOKEN を差し替え。値はログ・画面・ps に出さず変数名だけ表示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--check で全変数の非空を検証。未設定なら従来通り（rotation off と明示）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760720" y="2834640"/>
            <a:ext cx="2926080" cy="1783080"/>
          </a:xfrm>
          <a:prstGeom prst="roundRect">
            <a:avLst>
              <a:gd name="adj" fmla="val 410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897880" y="29077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使いどころ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897880" y="3200400"/>
            <a:ext cx="269748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計画・検証は高性能モデル、実装はコスト重視、など役割で配分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片方の組織が使用量上限でも、次の試行が別トークンで進む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GSD_LITE_CODEX_MODEL / GSD_LITE_OPENCODE_MODEL で一時的に全フェーズを上書き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7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gsd-lite V2  | 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6 フェーズ化 — verify 合格の後に reflect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 / MR 作成が済んでから 1 ターン走り、振り返りをコミットしてから DONE。state.reflect=false で従来動作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078992" cy="713232"/>
          </a:xfrm>
          <a:prstGeom prst="roundRect">
            <a:avLst>
              <a:gd name="adj" fmla="val 10256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0759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discuss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00200"/>
            <a:ext cx="987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対話で仕様確定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517904" y="1463040"/>
            <a:ext cx="15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655064" y="1234440"/>
            <a:ext cx="1078992" cy="713232"/>
          </a:xfrm>
          <a:prstGeom prst="roundRect">
            <a:avLst>
              <a:gd name="adj" fmla="val 10256"/>
            </a:avLst>
          </a:prstGeom>
          <a:solidFill>
            <a:srgbClr val="EFF4FD"/>
          </a:solidFill>
          <a:ln w="12700">
            <a:solidFill>
              <a:srgbClr val="B9C6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655064" y="130759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1600200"/>
            <a:ext cx="987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2715768" y="1463040"/>
            <a:ext cx="15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852928" y="1234440"/>
            <a:ext cx="1078992" cy="713232"/>
          </a:xfrm>
          <a:prstGeom prst="roundRect">
            <a:avLst>
              <a:gd name="adj" fmla="val 10256"/>
            </a:avLst>
          </a:prstGeom>
          <a:solidFill>
            <a:srgbClr val="EFF4FD"/>
          </a:solidFill>
          <a:ln w="12700">
            <a:solidFill>
              <a:srgbClr val="B9C6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52928" y="130759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1600200"/>
            <a:ext cx="987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ターン粒度の計画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3913632" y="1463040"/>
            <a:ext cx="15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050792" y="1234440"/>
            <a:ext cx="1078992" cy="713232"/>
          </a:xfrm>
          <a:prstGeom prst="roundRect">
            <a:avLst>
              <a:gd name="adj" fmla="val 10256"/>
            </a:avLst>
          </a:prstGeom>
          <a:solidFill>
            <a:srgbClr val="EFF4FD"/>
          </a:solidFill>
          <a:ln w="12700">
            <a:solidFill>
              <a:srgbClr val="B9C6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50792" y="130759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impl ×N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096512" y="1600200"/>
            <a:ext cx="987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ターン = 1 タスク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5111496" y="1463040"/>
            <a:ext cx="15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248656" y="1234440"/>
            <a:ext cx="1078992" cy="713232"/>
          </a:xfrm>
          <a:prstGeom prst="roundRect">
            <a:avLst>
              <a:gd name="adj" fmla="val 10256"/>
            </a:avLst>
          </a:prstGeom>
          <a:solidFill>
            <a:srgbClr val="EFF4FD"/>
          </a:solidFill>
          <a:ln w="12700">
            <a:solidFill>
              <a:srgbClr val="B9C6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48656" y="130759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verify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294376" y="1600200"/>
            <a:ext cx="987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レビュー→マージ / MR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6309360" y="1463040"/>
            <a:ext cx="15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446520" y="1234440"/>
            <a:ext cx="1078992" cy="713232"/>
          </a:xfrm>
          <a:prstGeom prst="roundRect">
            <a:avLst>
              <a:gd name="adj" fmla="val 10256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130759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reflect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1600200"/>
            <a:ext cx="987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PMI 振り返り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7507224" y="1463040"/>
            <a:ext cx="15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644384" y="1234440"/>
            <a:ext cx="1078992" cy="713232"/>
          </a:xfrm>
          <a:prstGeom prst="roundRect">
            <a:avLst>
              <a:gd name="adj" fmla="val 1025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44384" y="130759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DONE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59752" y="1033272"/>
            <a:ext cx="411480" cy="18288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57200" y="2148840"/>
            <a:ext cx="4023360" cy="2468880"/>
          </a:xfrm>
          <a:prstGeom prst="roundRect">
            <a:avLst>
              <a:gd name="adj" fmla="val 2963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2286000"/>
            <a:ext cx="347472" cy="34747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94360" y="2286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↻</a:t>
            </a:r>
            <a:endParaRPr lang="en-US" sz="1140" dirty="0"/>
          </a:p>
        </p:txBody>
      </p:sp>
      <p:sp>
        <p:nvSpPr>
          <p:cNvPr id="34" name="Text 32"/>
          <p:cNvSpPr txBox="1"/>
          <p:nvPr/>
        </p:nvSpPr>
        <p:spPr>
          <a:xfrm>
            <a:off x="1024128" y="226771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reflect が書くもの（.gsd-lite/reflect/ 配下）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2697480"/>
            <a:ext cx="3794760" cy="1874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計測: フェーズ別ターン数・所要・リトライ、計画タスク数 vs 実ターン数、差し戻し回数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Plus / Minus / Interesting — 各項目に根拠（ターン番号 / コミット / ファイル）必須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次回への提案 — 実行可能な粒度のチェックリスト（「注意する」は不可）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前回の提案が守られたかを毎回確認。plan と discuss が直近 2 件を読んで反映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手動でも /gsd-lite-reflect で追加の振り返りを残せる（state は変えない）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663440" y="2148840"/>
            <a:ext cx="4023360" cy="2468880"/>
          </a:xfrm>
          <a:prstGeom prst="roundRect">
            <a:avLst>
              <a:gd name="adj" fmla="val 296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00600" y="2286000"/>
            <a:ext cx="347472" cy="347472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800600" y="2286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⟲</a:t>
            </a:r>
            <a:endParaRPr lang="en-US" sz="1140" dirty="0"/>
          </a:p>
        </p:txBody>
      </p:sp>
      <p:sp>
        <p:nvSpPr>
          <p:cNvPr id="39" name="Text 37"/>
          <p:cNvSpPr txBox="1"/>
          <p:nvPr/>
        </p:nvSpPr>
        <p:spPr>
          <a:xfrm>
            <a:off x="5230368" y="226771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修正ラウンド — MR の指摘をループで直す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800600" y="2697480"/>
            <a:ext cx="3749040" cy="1874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マイルストーンブランチ上で /gsd-lite-discuss &lt;指摘&gt; → 「修正ラウンド」を選択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同じブランチに留まり、REQUIREMENTS / DECISIONS に「修正ラウンド N」を追記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plan は F&lt;N&gt;-k タスクを末尾に追記 → impl → verify は既存 MR に push のみ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reflect が「なぜ最初の verify で見つからなかったか」を残す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手で直した後は任意で /gsd-lite-reflect だけ呼べばよい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7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gsd-lite V2  | 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記録の強化 — reflect は何を見て反省するか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各ターンは新規コンテキスト。作業の記憶はないので、振り返りは記録の質で決まる。そのための 2 つの追加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325880"/>
            <a:ext cx="347472" cy="34747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325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4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307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PROGRESS.md の申し送りを固定項目に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4360" y="178308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82880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turn 7 — impl — T4 CLI 層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やったこと: 6 サブコマンドと --json を実装、テスト 45 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想定外: argparse の終了コードが 2 → error() を override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やり直し: 1 回（ruff E501。docstring を短く）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次への注意: 契約外の保険を足さない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291840"/>
            <a:ext cx="379476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各ターンが自分の小さな振り返りを残し、reflect が集約する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「想定外」「やり直し」は正直に。なければ「なし」「0 回」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やり直しの原因が次でも起こり得るなら「次への注意」にも転記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1325880"/>
            <a:ext cx="347472" cy="34747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325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40" dirty="0"/>
          </a:p>
        </p:txBody>
      </p:sp>
      <p:sp>
        <p:nvSpPr>
          <p:cNvPr id="14" name="Text 12"/>
          <p:cNvSpPr txBox="1"/>
          <p:nvPr/>
        </p:nvSpPr>
        <p:spPr>
          <a:xfrm>
            <a:off x="5230368" y="1307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ループが turns.jsonl に計測値を記録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800600" y="178308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92040" y="182880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{"turn":10,"phase":"impl","engine":"claude",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"model":"claude-opus-5","attempt":1,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"duration_s":833,"rc":0,"progressed":true,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"commits":2,"token_var":"TOKEN_ORG_B",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"log":".gsd-lite/logs/.../turn-010-attempt1.log"}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3291840"/>
            <a:ext cx="379476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試行ごとに 1 行。失敗した試行・リトライもそのまま残る（トークン不要）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フェーズ別の所要・リトライ集中・無進捗が jq で集計できる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ほかに git log / PLAN / VERIFICATION / BLOCKED 履歴 / 既存の振り返りを読む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7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gsd-lite V2  | 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サブエージェント並列化（subagents = auto）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エンジンがサブエージェントを使える場合（Claude Code の Agent / OpenCode の task）だけ有効。Codex exec は従来通り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51760" cy="2331720"/>
          </a:xfrm>
          <a:prstGeom prst="roundRect">
            <a:avLst>
              <a:gd name="adj" fmla="val 3137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29844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29844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444752" y="1298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並列サブ作業を設計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645920"/>
            <a:ext cx="23774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各タスクを「対象ファイルが重ならない独立した単位」（A モデル層 / B API 層 / C テスト）に分ける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分けられない・依存し合うものは「なし」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並列にすれば 1 ターンに収まる同種作業は 1 タスクに統合してよい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651760" cy="2331720"/>
          </a:xfrm>
          <a:prstGeom prst="roundRect">
            <a:avLst>
              <a:gd name="adj" fmla="val 3137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29844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9844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impl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279392" y="1298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サブ作業ごとに並行実装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645920"/>
            <a:ext cx="23774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サブ作業が 2 つ以上あればサブエージェントを起動。担当範囲・触ってはいけないファイル・申し送りを渡す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固定文言: 契約に無い挙動（保険）は実装せず報告だけ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親が統合 → 検証コマンド → コミット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26480" y="1188720"/>
            <a:ext cx="2651760" cy="2331720"/>
          </a:xfrm>
          <a:prstGeom prst="roundRect">
            <a:avLst>
              <a:gd name="adj" fmla="val 3137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129844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129844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verify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114032" y="1298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レビューを並列化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645920"/>
            <a:ext cx="23774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コードレビューとセキュリティチェックを読み取り専用のサブエージェントで並行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親が報告を統合して判定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マージ・push・state 更新は親だけ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685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守られる契約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941064"/>
            <a:ext cx="795528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サブエージェントは git commit・state.json・PLAN.md・PROGRESS.md に触らない → 「コミット済み state だけを信頼する」進捗判定は不変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同じ作業ツリーで動く（worktree は使わない）。衝突は plan の「対象ファイルを重ねない」で防ぐ。トークン消費は増える → off で従来動作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7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gsd-lite V2  | 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運用ツール — 起動前に止める、途中で止める、眺める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bash + jq のみ。追加依存なし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325880"/>
            <a:ext cx="347472" cy="34747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325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4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30759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--check（事前検証）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737360"/>
            <a:ext cx="374904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全フェーズの CLI・スキル配置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のコミット識別（無いと全ターン無進捗）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Codex sandbox の実効性（bubblewrap / user namespace）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トークン変数の非空。rotation の on / off を表示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325880"/>
            <a:ext cx="347472" cy="34747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1325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‖</a:t>
            </a:r>
            <a:endParaRPr lang="en-US" sz="1140" dirty="0"/>
          </a:p>
        </p:txBody>
      </p:sp>
      <p:sp>
        <p:nvSpPr>
          <p:cNvPr id="12" name="Text 10"/>
          <p:cNvSpPr txBox="1"/>
          <p:nvPr/>
        </p:nvSpPr>
        <p:spPr>
          <a:xfrm>
            <a:off x="5230368" y="130759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--stop（中断）と再開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737360"/>
            <a:ext cx="374904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実行中のターンはコミットまで完了させ、次を始める前に停止（終了コード 7）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同じコマンドで保存位置から再開。DONE / BLOCKED が優先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--watch の s キーでも依頼できる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3108960"/>
            <a:ext cx="347472" cy="34747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1089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▤</a:t>
            </a:r>
            <a:endParaRPr lang="en-US" sz="114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3090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--watch（簡易 TUI）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520440"/>
            <a:ext cx="374904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状態・route（エンジン / モデル）・PLAN のタスク・実行中ログの tail を数秒ごとに再描画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 終了 / s 中断依頼 / + - でログ行数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読み取り専用。トークンゼロ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297180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EFF4FD"/>
          </a:solidFill>
          <a:ln w="12700">
            <a:solidFill>
              <a:srgbClr val="EFF4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3108960"/>
            <a:ext cx="347472" cy="34747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31089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⚡</a:t>
            </a:r>
            <a:endParaRPr lang="en-US" sz="1140" dirty="0"/>
          </a:p>
        </p:txBody>
      </p:sp>
      <p:sp>
        <p:nvSpPr>
          <p:cNvPr id="22" name="Text 20"/>
          <p:cNvSpPr txBox="1"/>
          <p:nvPr/>
        </p:nvSpPr>
        <p:spPr>
          <a:xfrm>
            <a:off x="5230368" y="3090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init の高速化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800600" y="3520440"/>
            <a:ext cx="374904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テンプレートを読まず cp と jq の 1 回の Bash で足場生成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前提確認も 1 回にまとめる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4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allowlist は jq でマージ（既存エントリを壊さない）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7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gsd-lite V2  | 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 — TODO CLI を V2 のフルサイクルで完走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2026-09-25 simple-todo-cli: discuss → research → plan → impl ×14 → verify ×3 → ローカルマージ → reflect → DONE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27346E"/>
          </a:solidFill>
          <a:ln w="12700">
            <a:solidFill>
              <a:srgbClr val="3D4A8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無人ターン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0320" y="118872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27346E"/>
          </a:solidFill>
          <a:ln w="12700">
            <a:solidFill>
              <a:srgbClr val="3D4A8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リトライ / BLOCKED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27346E"/>
          </a:solidFill>
          <a:ln w="12700">
            <a:solidFill>
              <a:srgbClr val="3D4A8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 green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766560" y="118872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27346E"/>
          </a:solidFill>
          <a:ln w="12700">
            <a:solidFill>
              <a:srgbClr val="3D4A8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82 分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討議後の総所要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フェーズ別の所要（分, turns.jsonl から）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57200" y="2560320"/>
          <a:ext cx="402336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Shape 15"/>
          <p:cNvSpPr/>
          <p:nvPr/>
        </p:nvSpPr>
        <p:spPr>
          <a:xfrm>
            <a:off x="4663440" y="2286000"/>
            <a:ext cx="4023360" cy="2331720"/>
          </a:xfrm>
          <a:prstGeom prst="roundRect">
            <a:avLst>
              <a:gd name="adj" fmla="val 3137"/>
            </a:avLst>
          </a:prstGeom>
          <a:solidFill>
            <a:srgbClr val="27346E"/>
          </a:solidFill>
          <a:ln w="12700">
            <a:solidFill>
              <a:srgbClr val="3D4A8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800600" y="2359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reflect が出した指摘 → その場で本体に反映（6 件）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800600" y="2651760"/>
            <a:ext cx="374904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verify が 3 ラウンド: ラウンド 2 の指摘 3 件はラウンド 1 と同型 → 入力クラスの境界を一括で洗う観点を追加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並列実装のサブエージェントが契約外の「保険」を足して衝突 → 依頼文に固定文言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 lint エラーで 2 ターン連続やり直し → 「次への注意」への転記ルール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unborn な main から分岐して verify が場当たり対応 → discuss で base を確認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ターン番号が記録間で 1 ずれ → 統一。トークン切り替えが効いていない → --check で常時表示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7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 5 タスクに対し修正 9 タスク（verify 起因）。受け入れ基準の不合格は 0 件で、指摘はすべて要件の外側（異常系・端末エスケープ・テストの穴）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V2 への移行 — 既存環境・既存プロジェクトの更新手順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古い state.json はそのまま動く（engine 未指定 = claude、subagents = auto、reflect = true として扱う）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6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本体を更新してインストール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4630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ループ本体・init スキル・雛形・OpenCode コマンドが更新される。Claude だけなら引数なし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023360" y="1234440"/>
            <a:ext cx="466344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0" y="12344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~/workspaces/gsd-lite &amp;&amp; git pull &amp;&amp; ./install.sh --engine all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各プロジェクトでスキルを更新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331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スキル（reflect 含む）を cp で上書き。進行中の .gsd-lite/ には触れない。更新前に起動すると --check が reflect スキル不足で止まる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023360" y="2103120"/>
            <a:ext cx="466344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114800" y="210312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→ /gsd-lite-init → 「スキル・allowlist を最新テンプレートに更新する」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6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2926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必要なら state を調整してコミット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32004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model / codex / opencode / phase_engines / subagents / reflect はループ停止中に編集。コミット済みの state だけが使われる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023360" y="2971800"/>
            <a:ext cx="466344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114800" y="297180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$EDITOR .gsd-lite/state.json &amp;&amp; git commit -am 'gsd-lite: 設定変更'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" y="3840480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6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37947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discuss から通常運用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" y="4069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別ターミナルで gsd-lite-loop.sh --watch。終了後は .gsd-lite/reflect/ と turns.jsonl を確認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023360" y="3840480"/>
            <a:ext cx="466344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14800" y="384048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/gsd-lite-discuss やりたいこと → 実行パターン・サブエージェント・振り返りを選んで起動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6634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7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リポジトリ: github.com/6in/gsd-lite（README に各機能の利用手順、docs/SPEC.md に設計）  |  前回資料: docs/gsd-lite-concept.pptx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gsd-lite V2 — 前回資料からの変更点</dc:title>
  <dc:subject>PptxGenJS Presentation</dc:subject>
  <dc:creator>gsd-lite</dc:creator>
  <cp:lastModifiedBy>gsd-lite</cp:lastModifiedBy>
  <cp:revision>1</cp:revision>
  <dcterms:created xsi:type="dcterms:W3CDTF">2026-09-25T23:49:23Z</dcterms:created>
  <dcterms:modified xsi:type="dcterms:W3CDTF">2026-09-25T23:49:23Z</dcterms:modified>
</cp:coreProperties>
</file>