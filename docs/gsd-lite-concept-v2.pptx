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所要（分）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research</c:v>
                  </c:pt>
                  <c:pt idx="1">
                    <c:v>plan</c:v>
                  </c:pt>
                  <c:pt idx="2">
                    <c:v>impl ×14</c:v>
                  </c:pt>
                  <c:pt idx="3">
                    <c:v>verify ×3</c:v>
                  </c:pt>
                  <c:pt idx="4">
                    <c:v>reflect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</c:v>
                </c:pt>
                <c:pt idx="1">
                  <c:v>3.8</c:v>
                </c:pt>
                <c:pt idx="2">
                  <c:v>50.2</c:v>
                </c:pt>
                <c:pt idx="3">
                  <c:v>20.2</c:v>
                </c:pt>
                <c:pt idx="4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7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所要（分）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research</c:v>
                  </c:pt>
                  <c:pt idx="1">
                    <c:v>plan</c:v>
                  </c:pt>
                  <c:pt idx="2">
                    <c:v>impl ×8</c:v>
                  </c:pt>
                  <c:pt idx="3">
                    <c:v>verify ×4</c:v>
                  </c:pt>
                  <c:pt idx="4">
                    <c:v>reflect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5.3</c:v>
                </c:pt>
                <c:pt idx="1">
                  <c:v>3.4</c:v>
                </c:pt>
                <c:pt idx="2">
                  <c:v>29</c:v>
                </c:pt>
                <c:pt idx="3">
                  <c:v>24.2</c:v>
                </c:pt>
                <c:pt idx="4">
                  <c:v>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前回のコンセプト資料以降に入った変更を、6 つの観点でまとめる。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以降に入った gsd-control（制御リポジトリ方式）の追補。state.target.path という 1 つの抽象で、従来の in-repo 形と制御リポジトリ形を両立させた。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in-repo 形と gsd-control 形は state.target.path だけで切り替わる。ループの契約（コミット済み state で進捗判定）は同じ。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制御リポジトリの main に各マイルストーンのブランチをマージすると milestones/ と reflect/ が積み上がる。対象の main にはコードだけが入る。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は制御リポジトリで対話的に行い、制御側と対象側の両方に同名ブランチを切る。ループは制御側のルートから起動する。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in-repo 形では target が "." なので対象の検証は走らない。trust の検証は Claude を使うフェーズがあれば両形で行う（GSD_LITE_CLAUDE_TRUST_CHECK=skip で省略可）。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制御側 15 コミット、対象側 8 コミット + マージ。すべてのターンが 1 試行で進んだ。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構想段階。ルータはラベルと制御ブランチの有無だけで状態を表し、秘密を持たない。サブスクのトークンは本人の作業に本人のサーバでだけ使う。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91440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6052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V2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前回資料（2026-09 上旬）からの変更点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" y="324612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" y="32461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マルチエンジン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37944" y="324612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37944" y="32461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モデル・トークン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324612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7832" y="32461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reflect（振り返り）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324612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32461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並列化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07608" y="324612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07608" y="32461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運用ツール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97496" y="324612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97496" y="32461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実証結果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軽量・自律開発ランナー  |  2026-09-26  |  main 3d47075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変更点サマリ — 前回から何が増えたか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コンセプト（毎ターン新規コンテキスト / ダムループ / 人間の判断は前倒し）は不変。周辺を 6 方向に拡張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⇄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30759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エンジン対応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105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/ Codex / OpenCode。フェーズごとに実行エンジンを選べる（例: 計画は Claude、実装は Codex）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⚙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959352" y="130759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フェーズ別モデルとトークン切り替え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8105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エンジンごとのモデル・推論強度を state に保存。複数組織のトークンをターンごとにローテーション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↻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839712" y="130759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reflect フェーズ（PMI 振り返り）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18105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verify 合格後に記録だけを根拠に Plus / Minus / Interesting と「次回への提案」を書く。修正ラウンドにも対応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546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▤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313639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記録の強化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6393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PROGRESS の申し送りを固定項目に。ループが turns.jsonl に試行ごとの所要・リトライ・コミット数を記録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30175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1546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⫽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3959352" y="313639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サブエージェント並列化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36393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 が「並列サブ作業」を設計し、impl が並行実装、verify がレビューとセキュリティを並列化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1546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▣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6839712" y="313639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運用ツール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363931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--check（事前検証）/ --stop（ターン境界で中断・再開）/ --watch（簡易 TUI）/ init の高速化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マルチエンジン — フェーズごとに実行エンジンを選ぶ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対話するホストと無人ループの実行エンジンは独立。Claude Code で仕様を詰めて Codex / OpenCode に実装させてもよい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1280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エンジン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無人ターンの起動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プロジェクト内スキル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 Code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 -p --permission-mode acceptEdits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.claude/skills/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Codex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codex exec --sandbox workspace-write（approval never）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.agents/skills/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OpenCode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opencode run --dangerously-skip-permissions（deny は有効）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.opencode/skills/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60604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2697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実行パターン（discuss の最後に選ぶ → state.json に保存）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99232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77240"/>
                <a:gridCol w="777240"/>
                <a:gridCol w="777240"/>
                <a:gridCol w="7772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パターン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research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plan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impl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verify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すべて 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実装だけ Codex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Codex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レビューだけ Codex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Codex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実装だけ OpenCode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OpenCode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カスタム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任意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任意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任意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任意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118872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71500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エンジン決定の優先順位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715000" y="157276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GSD_LITE_ENGINE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↓ 環境変数（全フェーズ上書き）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phase_engines.&lt;phase&gt;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↓ フェーズ別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engine  →  未指定なら claude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577840" y="278892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715000" y="2880360"/>
            <a:ext cx="288036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install.sh --engine claude|codex|opencode|all でホストごとの init スキルと雛形を配置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OpenCode はスキルを / で呼べないため、/gsd-lite-init・discuss・reflect の薄いコマンドを同梱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--check が全フェーズの CLI・スキル配置・git 識別・Codex sandbox の実効性を起動前に検証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state の /gsd-lite-xxx はエンジン共通。ループがスキル参照へ変換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フェーズ別モデルとトークン切り替え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モデルは state.json に保存してコミット。init 後もいつでも編集できる（ループ停止 → 編集 → コミット）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920240"/>
                <a:gridCol w="2286000"/>
                <a:gridCol w="3108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エンジン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モデル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推論強度など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値の形式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model.&lt;phase&gt;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claude-opus-5 / claude-fable-5-1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Codex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codex.model.&lt;phase&gt;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codex.reasoning_effort.&lt;phase&gt;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gpt-5.5 + low〜xhigh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OpenCode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opencode.model.&lt;phase&gt;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opencode.variant / agent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provider/model（anthropic/claude-opus-5）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&lt;phase&gt; = research / plan / impl / verify / reflect。既定: research・plan・verify・reflect = Fable、impl = Opus。--status の route 行で確認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57200" y="28346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907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トークン切り替え（任意）— 複数組織の setup-token をターンごとに回す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8E6D9"/>
          </a:solidFill>
          <a:ln w="12700">
            <a:solidFill>
              <a:srgbClr val="B8E6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TOKEN_ORG_A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3246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40280" y="3246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8E6D9"/>
          </a:solidFill>
          <a:ln w="12700">
            <a:solidFill>
              <a:srgbClr val="B8E6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402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TOKEN_ORG_B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246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40480" y="3246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8E6D9"/>
          </a:solidFill>
          <a:ln w="12700">
            <a:solidFill>
              <a:srgbClr val="B8E6D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404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TOKEN_ORG_C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6301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 …（リトライも 1 回と数える）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840480"/>
            <a:ext cx="4892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GSD_LITE_CLAUDE_TOKEN_VARS に「トークンを入れた環境変数の名前」を列挙（値は渡さない）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ターンごとに CLAUDE_CODE_OAUTH_TOKEN を差し替え。値はログ・画面・ps に出さず変数名だけ表示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--check で全変数の非空を検証。未設定なら従来通り（rotation off と明示）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60720" y="2834640"/>
            <a:ext cx="292608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97880" y="2907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使いどころ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897880" y="3200400"/>
            <a:ext cx="2697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計画・検証は高性能モデル、実装はコスト重視、など役割で配分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片方の組織が使用量上限でも、次の試行が別トークンで進む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GSD_LITE_CODEX_MODEL / GSD_LITE_OPENCODE_MODEL で一時的に全フェーズを上書き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6 フェーズ化 — verify 合格の後に reflect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 / MR 作成が済んでから 1 ターン走り、振り返りをコミットしてから DONE。state.reflect=false で従来動作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075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discuss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00200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対話で仕様確定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517904" y="14630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55064" y="1234440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55064" y="13075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00784" y="1600200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2715768" y="14630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52928" y="1234440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52928" y="13075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1600200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ターン粒度の計画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14630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50792" y="1234440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50792" y="13075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impl ×N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1600200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ターン = 1 タスク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5111496" y="14630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48656" y="1234440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48656" y="13075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94376" y="1600200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レビュー→マージ / MR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14630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46520" y="1234440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13075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reflect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1600200"/>
            <a:ext cx="987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PMI 振り返り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7507224" y="146304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44384" y="1234440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44384" y="13075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DONE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159752" y="1033272"/>
            <a:ext cx="411480" cy="18288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214884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228600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↻</a:t>
            </a:r>
            <a:endParaRPr lang="en-US" sz="114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" y="2267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reflect が書くもの（.gsd-lite/reflect/ 配下）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2697480"/>
            <a:ext cx="37947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計測: フェーズ別ターン数・所要・リトライ、計画タスク数 vs 実ターン数、差し戻し回数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Plus / Minus / Interesting — 各項目に根拠（ターン番号 / コミット / ファイル）必須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次回への提案 — 実行可能な粒度のチェックリスト（「注意する」は不可）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前回の提案が守られたかを毎回確認。plan と discuss が直近 2 件を読んで反映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手動でも /gsd-lite-reflect で追加の振り返りを残せる（state は変えない）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14884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286000"/>
            <a:ext cx="347472" cy="34747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0060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⟲</a:t>
            </a:r>
            <a:endParaRPr lang="en-US" sz="1140" dirty="0"/>
          </a:p>
        </p:txBody>
      </p:sp>
      <p:sp>
        <p:nvSpPr>
          <p:cNvPr id="39" name="Text 37"/>
          <p:cNvSpPr txBox="1"/>
          <p:nvPr/>
        </p:nvSpPr>
        <p:spPr>
          <a:xfrm>
            <a:off x="5230368" y="2267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修正ラウンド — MR の指摘をループで直す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800600" y="2697480"/>
            <a:ext cx="374904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マイルストーンブランチ上で /gsd-lite-discuss &lt;指摘&gt; → 「修正ラウンド」を選択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同じブランチに留まり、REQUIREMENTS / DECISIONS に「修正ラウンド N」を追記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 は F&lt;N&gt;-k タスクを末尾に追記 → impl → verify は既存 MR に push のみ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reflect が「なぜ最初の verify で見つからなかったか」を残す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手で直した後は任意で /gsd-lite-reflect だけ呼べばよい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記録の強化 — reflect は何を見て反省するか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各ターンは新規コンテキスト。作業の記憶はないので、振り返りは記録の質で決まる。そのための 2 つの追加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4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3075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PROGRESS.md の申し送りを固定項目に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turn 7 — impl — T4 CLI 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やったこと: 6 サブコマンドと --json を実装、テスト 45 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想定外: argparse の終了コードが 2 → error() を override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やり直し: 1 回（ruff E501。docstring を短く）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次への注意: 契約外の保険を足さない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91840"/>
            <a:ext cx="379476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各ターンが自分の小さな振り返りを残し、reflect が集約する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「想定外」「やり直し」は正直に。なければ「なし」「0 回」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やり直しの原因が次でも起こり得るなら「次への注意」にも転記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32588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4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13075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ループが turns.jsonl に計測値を記録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78308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182880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{"turn":10,"phase":"impl","engine":"claude",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"model":"claude-opus-5","attempt":1,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"duration_s":833,"rc":0,"progressed":true,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"commits":2,"token_var":"TOKEN_ORG_B",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"log":".gsd-lite/logs/.../turn-010-attempt1.log"}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291840"/>
            <a:ext cx="379476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試行ごとに 1 行。失敗した試行・リトライもそのまま残る（トークン不要）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フェーズ別の所要・リトライ集中・無進捗が jq で集計できる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ほかに git log / PLAN / VERIFICATION / BLOCKED 履歴 / 既存の振り返りを読む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サブエージェント並列化（subagents = auto）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エンジンがサブエージェントを使える場合（Claude Code の Agent / OpenCode の task）だけ有効。Codex exec は従来通り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9844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並列サブ作業を設計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45920"/>
            <a:ext cx="23774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各タスクを「対象ファイルが重ならない独立した単位」（A モデル層 / B API 層 / C テスト）に分ける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分けられない・依存し合うものは「なし」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並列にすれば 1 ターンに収まる同種作業は 1 タスクに統合してよい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29844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サブ作業ごとに並行実装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645920"/>
            <a:ext cx="23774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サブ作業が 2 つ以上あればサブエージェントを起動。担当範囲・触ってはいけないファイル・申し送りを渡す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固定文言: 契約に無い挙動（保険）は実装せず報告だけ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親が統合 → 検証コマンド → コミット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29844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レビューを並列化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645920"/>
            <a:ext cx="23774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コードレビューとセキュリティチェックを読み取り専用のサブエージェントで並行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親が報告を統合して判定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マージ・push・state 更新は親だけ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守られる契約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941064"/>
            <a:ext cx="79552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サブエージェントは git commit・state.json・PLAN.md・PROGRESS.md に触らない → 「コミット済み state だけを信頼する」進捗判定は不変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同じ作業ツリーで動く（worktree は使わない）。衝突は plan の「対象ファイルを重ねない」で防ぐ。トークン消費は増える → off で従来動作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運用ツール — 起動前に止める、途中で止める、眺める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bash + jq のみ。追加依存なし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14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307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--check（事前検証）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37360"/>
            <a:ext cx="37490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全フェーズの CLI・スキル配置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のコミット識別（無いと全ターン無進捗）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Codex sandbox の実効性（bubblewrap / user namespace）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トークン変数の非空。rotation の on / off を表示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‖</a:t>
            </a:r>
            <a:endParaRPr lang="en-US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1307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--stop（中断）と再開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737360"/>
            <a:ext cx="37490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実行中のターンはコミットまで完了させ、次を始める前に停止（終了コード 7）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同じコマンドで保存位置から再開。DONE / BLOCKED が優先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--watch の s キーでも依頼できる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10896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▤</a:t>
            </a:r>
            <a:endParaRPr lang="en-US" sz="114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090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--watch（簡易 TUI）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520440"/>
            <a:ext cx="37490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状態・route（エンジン / モデル）・PLAN のタスク・実行中ログの tail を数秒ごとに再描画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終了 / s 中断依頼 / + - でログ行数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読み取り専用。トークンゼロ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10896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⚡</a:t>
            </a:r>
            <a:endParaRPr lang="en-US" sz="114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3090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init の高速化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520440"/>
            <a:ext cx="374904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テンプレートを読まず cp と jq の 1 回の Bash で足場生成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前提確認も 1 回にまとめる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allowlist は jq でマージ（既存エントリを壊さない）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 — TODO CLI を V2 のフルサイクルで完走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2026-09-25 simple-todo-cli: discuss → research → plan → impl ×14 → verify ×3 → ローカルマージ → reflect → DONE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無人ターン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リトライ / BLOCKED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 green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82 分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討議後の総所要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フェーズ別の所要（分, turns.jsonl から）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2560320"/>
          <a:ext cx="40233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4663440" y="228600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0060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reflect が出した指摘 → その場で本体に反映（6 件）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2651760"/>
            <a:ext cx="37490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verify が 3 ラウンド: ラウンド 2 の指摘 3 件はラウンド 1 と同型 → 入力クラスの境界を一括で洗う観点を追加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並列実装のサブエージェントが契約外の「保険」を足して衝突 → 依頼文に固定文言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 lint エラーで 2 ターン連続やり直し → 「次への注意」への転記ルール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unborn な main から分岐して verify が場当たり対応 → discuss で base を確認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ターン番号が記録間で 1 ずれ → 統一。トークン切り替えが効いていない → --check で常時表示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 5 タスクに対し修正 9 タスク（verify 起因）。受け入れ基準の不合格は 0 件で、指摘はすべて要件の外側（異常系・端末エスケープ・テストの穴）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V2 への移行 — 既存環境・既存プロジェクトの更新手順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古い state.json はそのまま動く（engine 未指定 = claude、subagents = auto、reflect = true として扱う）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6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本体を更新してインストール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ループ本体・init スキル・雛形・OpenCode コマンドが更新される。Claude だけなら引数なし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2336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0" y="12344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~/workspaces/gsd-lite &amp;&amp; git pull &amp;&amp; ./install.sh --engine all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各プロジェクトでスキルを更新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スキル（reflect 含む）を cp で上書き。進行中の .gsd-lite/ には触れない。更新前に起動すると --check が reflect スキル不足で止まる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23360" y="210312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21031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→ /gsd-lite-init → 「スキル・allowlist を最新テンプレートに更新する」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必要なら state を調整してコミット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200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 / codex / opencode / phase_engines / subagents / reflect はループ停止中に編集。コミット済みの state だけが使われる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23360" y="297180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0" y="29718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$EDITOR .gsd-lite/state.json &amp;&amp; git commit -am 'gsd-lite: 設定変更'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discuss から通常運用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別ターミナルで gsd-lite-loop.sh --watch。終了後は .gsd-lite/reflect/ と turns.jsonl を確認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23360" y="384048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38404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/gsd-lite-discuss やりたいこと → 実行パターン・サブエージェント・振り返りを選んで起動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リポジトリ: github.com/6in/gsd-lite（README に各機能の利用手順、docs/SPEC.md に設計）  |  前回資料: docs/gsd-lite-concept.pptx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685800"/>
            <a:ext cx="914400" cy="9144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0" y="685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V2.5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制御リポジトリ方式（gsd-control）— 対象の main にはコードだけを入れる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" y="32461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" y="324612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target.path 抽象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83664" y="32461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83664" y="324612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つの git の分担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55264" y="32461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324612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マイルストーンの流れ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32461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324612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事前検証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98464" y="32461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98464" y="324612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実証と反映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70064" y="3246120"/>
            <a:ext cx="1261872" cy="329184"/>
          </a:xfrm>
          <a:prstGeom prst="roundRect">
            <a:avLst>
              <a:gd name="adj" fmla="val 16667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0064" y="324612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始め方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軽量・自律開発ランナー  |  2026-09-29  |  main 25b4560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⑦ gsd-control — 状態と成果物を別リポジトリへ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複数人で同じ対象を扱うと .gsd-lite/ が main へのマージで衝突する → 対象にはコードだけを入れる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383280" cy="3429000"/>
          </a:xfrm>
          <a:prstGeom prst="roundRect">
            <a:avLst>
              <a:gd name="adj" fmla="val 2162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3075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target.path が唯一の抽象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"."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212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in-repo 形（従来・既定）。今いるリポジトリにコードも state も入る。キーの無い旧 state も同じ扱い（後方互換）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83464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"work/&lt;name&gt;"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1729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gsd-control 形。対象を制御リポジトリ配下に clone（gitignore）し、コードは対象側、state と成果物は制御側に入る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840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フェーズ・遷移・「コミット済み state だけを信頼する」進捗判定・終了コードは両形で共通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188720"/>
          <a:ext cx="46634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50876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in-repo（従来・既定）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gsd-control（制御リポジトリ）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実行場所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対象リポジトリのルート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制御リポジトリのルート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state・成果物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.gsd-lite/（対象の git）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.gsd-lite/milestones/&lt;slug&gt;/（制御の git）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スキル・allowlist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対象の .claude/skills/ 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制御の .claude/skills/ 等（対象には置かない）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コード・マージ・MR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同じリポジトリ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work/&lt;name&gt;（git -C で操作）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マイルストーンのブランチ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対象に gsd-lite/&lt;slug&gt;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対象と制御の両方に gsd-lite/&lt;slug&gt;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向いている状況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 人で使う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4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複数人で同じ対象 / main にコードだけ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V2.5  |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制御リポジトリの構成 — 2 つの git の役割分担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ループは制御リポジトリのルートで動き、各ターンがコードを対象側に、成果物と state を制御側にコミットする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制御リポジトリ（gsd-control）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916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.gsd-lite/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config.json        defaults + targets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milestones/&lt;slug&gt;/  state.json と成果物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REQUIREMENTS / DECISIONS / RESEARCH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 / PROGRESS / VERIFICATION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reflect/  logs/  hooks/   （共通）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.claude/skills/gsd-lite-*/   6 スキル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   allowlist（git:* 等）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   work/  .gsd-lite/logs/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work/&lt;name&gt;/   ← 対象の clone（git 管理外）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▣</a:t>
            </a:r>
            <a:endParaRPr lang="en-US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376672" y="13075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対象リポジトリ work/&lt;name&gt;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830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コード・テスト・ブランチ・マージ・push・MR はここ（スキルが git -C work/&lt;name&gt; で操作）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対象の CLAUDE.md / AGENTS.md は自動で読まれない → スキルが明示的に読む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9260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⇅</a:t>
            </a:r>
            <a:endParaRPr lang="en-US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29077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 = 両側の同名ブランチ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3832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制御側 gsd-lite/&lt;slug&gt; の名前から milestones/&lt;slug&gt;/state.json を解決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対象側 gsd-lite/&lt;slug&gt; にコードのコミットが積まれる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gsd-lite-loop.sh --where で解決結果を key=value 表示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制御リポジトリは state・要件・決定・検証・振り返りを Issue / マイルストーン単位で蓄積する。コードとは分離された監査証跡になる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V2.5  |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マイルストーンの流れ — 対話は discuss だけ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フェーズは V2 と同じ。違うのは「どちらの git に何を書くか」と、ループの起動場所だけ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161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init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813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制御リポジトリ生成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188720"/>
            <a:ext cx="173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55064" y="118872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55064" y="12161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discuss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55064" y="14813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対話で仕様確定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188720"/>
            <a:ext cx="173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52928" y="118872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52928" y="12161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852928" y="14813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877056" y="1188720"/>
            <a:ext cx="173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50792" y="118872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50792" y="12161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050792" y="14813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1188720"/>
            <a:ext cx="173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48656" y="118872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48656" y="12161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impl ×N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14813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対象にコミット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1188720"/>
            <a:ext cx="173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46520" y="118872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12161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14813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対象でマージ / MR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7470648" y="1188720"/>
            <a:ext cx="173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44384" y="118872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44384" y="12161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reflect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644384" y="14813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振り返り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180136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人間（対話）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2852928" y="1801368"/>
            <a:ext cx="5833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無人ループ（制御リポジトリのルート・制御ブランチ gsd-lite/&lt;slug&gt; で起動）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219456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23317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✎</a:t>
            </a:r>
            <a:endParaRPr lang="en-US" sz="1260" dirty="0"/>
          </a:p>
        </p:txBody>
      </p:sp>
      <p:sp>
        <p:nvSpPr>
          <p:cNvPr id="36" name="Text 34"/>
          <p:cNvSpPr txBox="1"/>
          <p:nvPr/>
        </p:nvSpPr>
        <p:spPr>
          <a:xfrm>
            <a:off x="1078992" y="231343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discuss（制御リポジトリで対話）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2788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config.json の targets から対象を選び、work/&lt;name&gt; を base に合わせて最新化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対象の CLAUDE.md / AGENTS.md / README を読んでから grilling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slug を先に決め、制御側に gsd-lite/&lt;slug&gt; と milestones/&lt;slug&gt;/ を作ってから要件をその場で書く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state は config.json の defaults から作る。最後に対象側にも gsd-lite/&lt;slug&gt;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4663440" y="219456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23317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006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↻</a:t>
            </a:r>
            <a:endParaRPr lang="en-US" sz="1260" dirty="0"/>
          </a:p>
        </p:txBody>
      </p:sp>
      <p:sp>
        <p:nvSpPr>
          <p:cNvPr id="41" name="Text 39"/>
          <p:cNvSpPr txBox="1"/>
          <p:nvPr/>
        </p:nvSpPr>
        <p:spPr>
          <a:xfrm>
            <a:off x="5285232" y="231343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ループと完了後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800600" y="2788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進捗判定は制御側のコミット済み state（契約は不変）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verify は対象側で diff を取り、リモートなしならマージ、ありなら push + MR（本文に制御側の場所）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turns.jsonl に対象側のコミット数 target_commits も記録</a:t>
            </a:r>
            <a:endParaRPr lang="en-US" sz="98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完了後の制御側ブランチは人間が選ぶ: 制御 main へ MR / reflect だけ取り込む / 放置</a:t>
            </a:r>
            <a:endParaRPr lang="en-US" sz="98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V2.5  |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事前検証 — 無人ターンを始める前に止める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--check と通常起動で検証し、違えば終了コード 6。--status / --watch に mode・target・trust の行が加わる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⎇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3075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制御ブランチにいる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288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gsd-lite/&lt;slug&gt; でないと state の場所が決まらない（main 上では起動しない）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⌂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13075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target.path が正しい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8288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制御リポジトリ配下の相対パスで、存在し、git リポジトリであること。無ければ config.json の URL で clone を案内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⊘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13075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対象が制御側 git に入らない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18288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gitignore か submodule であること。無人ターンの git add で対象ツリーが混入する事故を防ぐ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57200" y="2898648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3580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✍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1078992" y="30175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対象側の git 識別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5387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user.name / user.email。各ターンが対象にもコミットするため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246120" y="2898648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303580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⇄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3867912" y="30175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ブランチ一致（毎ターン）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5387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research〜verify の間は対象が gsd-lite/&lt;slug&gt; にいること。base に直接コミットする事故を防ぐ（reflect は除く）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035040" y="2898648"/>
            <a:ext cx="2651760" cy="1572768"/>
          </a:xfrm>
          <a:prstGeom prst="roundRect">
            <a:avLst>
              <a:gd name="adj" fmla="val 4651"/>
            </a:avLst>
          </a:prstGeom>
          <a:solidFill>
            <a:srgbClr val="E6F8F2"/>
          </a:solidFill>
          <a:ln w="12700">
            <a:solidFill>
              <a:srgbClr val="E6F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03580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6656832" y="30175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の trust（試用で追加）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5387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 trust だと claude -p が .claude/settings.json の allowlist を全部無視する。bypass 起動では立たない</a:t>
            </a:r>
            <a:endParaRPr lang="en-US" sz="98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V2.5  | 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 — gsd-control で TODO CLI を完走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2026-09-26 todo-cli（制御 gsd-control-trial + 対象 work/todo-cli、リモートなし）を 15 ターンで DONE まで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無人ターン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リトライ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 green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67 分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ターン実行の合計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フェーズ別の所要（分, turns.jsonl から）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2560320"/>
          <a:ext cx="40233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4663440" y="228600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27346E"/>
          </a:solidFill>
          <a:ln w="12700">
            <a:solidFill>
              <a:srgbClr val="3D4A8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0060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試用で詰まった点 → 本体に反映（5 件）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269748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allowlist 29 件が全ターンで無視 → 原因は未 trust。--check / --status で検出して止める</a:t>
            </a:r>
            <a:endParaRPr lang="en-US" sz="88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$MS / $TARGET が空に（Bash はコール間で変数を保持しない）→ --where を呼びリテラルパスで書く</a:t>
            </a:r>
            <a:endParaRPr lang="en-US" sz="88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軽微な指摘 1 件で verify_round_max 超過 → BLOCKED で 79 分待ち → 既定 3、round 1 で格子プローブ</a:t>
            </a:r>
            <a:endParaRPr lang="en-US" sz="88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の堅牢性設計を plan が却下し差し戻しで戻った → 採否表、例外は親クラスで書く</a:t>
            </a:r>
            <a:endParaRPr lang="en-US" sz="88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loop.log が再起動で消えた → &gt;&gt; 追記と開始行</a:t>
            </a:r>
            <a:endParaRPr lang="en-US" sz="88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BLOCKED 1 回（上限超過、人間が 1 ラウンド許可）。指摘 5 件はすべて受け入れ基準の外側（堅牢性）で、round 1 の F1 はデータ消失の実バグだった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gsd-control の始め方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 in-repo プロジェクトはそのまま動く（target.path なし = "."）。in-repo から gsd-control への移行機能はない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6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本体を更新してインストール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ループ・init スキル・雛形（config.json を含む）が更新される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23360" y="123444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0" y="1234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~/workspaces/gsd-lite &amp;&amp; git pull &amp;&amp; ./install.sh --engine 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空ディレクトリで制御リポジトリを作る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対象を work/&lt;name&gt; に clone、config.json・スキル・allowlist を生成してコミット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23360" y="210312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2103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~/workspaces/gsd-control &amp;&amp; cd ~/workspaces/gsd-control &amp;&amp; claude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/gsd-lite-init  →「gsd-control」を選び URL・名前・base を答える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trust と事前検証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200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 trust なら対話の claude で受け入れるか ~/.claude.json のフラグを立てる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23360" y="297180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0" y="2971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gsd-lite-loop.sh --check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discuss からループへ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制御ブランチ gsd-lite/&lt;slug&gt; で起動。場所は --where、進捗は --status / --watch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23360" y="384048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3840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/gsd-lite-discuss やりたいこと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setsid gsd-lite-loop.sh &gt;&gt; .gsd-lite/logs/loop.log 2&gt;&amp;1 &amp;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README「使い方（要約）」と「制御リポジトリ方式（gsd-control）」に手順、docs/SPEC.md に追補  |  github.com/6in/gsd-lite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次の構想 — Issue 駆動の分散実行（未実装）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discuss は担当者の PC、push 以降は本人のサーバのランナーが実行する（制御ブランチ 1 本にループの前提が揃う性質が土台）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990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00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メンテナがラベル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3716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65376" y="13716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65376" y="13990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ルータ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65376" y="1700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担当決定・下書き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054096" y="13716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73552" y="13716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73552" y="13990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担当者の PC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73552" y="1700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discuss → push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13716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1728" y="13716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81728" y="13990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本人のサーバ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1700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ランナーがループ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5870448" y="13716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9904" y="13716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9904" y="13990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089904" y="1700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Closes #N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278624" y="137160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98080" y="13716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EFF4FD"/>
          </a:solidFill>
          <a:ln w="12700">
            <a:solidFill>
              <a:srgbClr val="B9C6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13990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1700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結果をコメント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24231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⚑</a:t>
            </a:r>
            <a:endParaRPr lang="en-US" sz="1260" dirty="0"/>
          </a:p>
        </p:txBody>
      </p:sp>
      <p:sp>
        <p:nvSpPr>
          <p:cNvPr id="30" name="Text 28"/>
          <p:cNvSpPr txBox="1"/>
          <p:nvPr/>
        </p:nvSpPr>
        <p:spPr>
          <a:xfrm>
            <a:off x="1078992" y="24048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所有権と再開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state.runner を書いて push。non-fast-forward で弾かれたら他が所有（git が鍵）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稼働中は人間が push しない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228600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24231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⚿</a:t>
            </a:r>
            <a:endParaRPr lang="en-US" sz="1260" dirty="0"/>
          </a:p>
        </p:txBody>
      </p:sp>
      <p:sp>
        <p:nvSpPr>
          <p:cNvPr id="35" name="Text 33"/>
          <p:cNvSpPr txBox="1"/>
          <p:nvPr/>
        </p:nvSpPr>
        <p:spPr>
          <a:xfrm>
            <a:off x="3867912" y="24048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資格情報の組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383280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トークン + PAT + git 身元 + 期限を 1 人分の組に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SSM に置き本人のサーバだけが読む。ルータは値を持たない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228600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EFF4FD"/>
          </a:solidFill>
          <a:ln w="12700">
            <a:solidFill>
              <a:srgbClr val="EFF4F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4231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72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260" dirty="0"/>
          </a:p>
        </p:txBody>
      </p:sp>
      <p:sp>
        <p:nvSpPr>
          <p:cNvPr id="40" name="Text 38"/>
          <p:cNvSpPr txBox="1"/>
          <p:nvPr/>
        </p:nvSpPr>
        <p:spPr>
          <a:xfrm>
            <a:off x="6656832" y="24048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先に潰す 3 点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ターンごとに制御・対象の両方を push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対象のツールチェーン準備（setup）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4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verify 冒頭で base を取り込む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ルータは Issue のラベルと制御ブランチの有無だけで状態を表し、秘密を持たない。サブスクのトークンは本人のサーバでだけ使う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7C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 V2.5  | 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gsd-lite V2 — 前回資料からの変更点</dc:title>
  <dc:subject>PptxGenJS Presentation</dc:subject>
  <dc:creator>gsd-lite</dc:creator>
  <cp:lastModifiedBy>gsd-lite</cp:lastModifiedBy>
  <cp:revision>1</cp:revision>
  <dcterms:created xsi:type="dcterms:W3CDTF">2026-09-25T23:49:23Z</dcterms:created>
  <dcterms:modified xsi:type="dcterms:W3CDTF">2026-09-25T23:49:23Z</dcterms:modified>
</cp:coreProperties>
</file>