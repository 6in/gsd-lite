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914400"/>
            <a:ext cx="1371600" cy="1371600"/>
          </a:xfrm>
          <a:prstGeom prst="ellipse">
            <a:avLst/>
          </a:prstGeom>
          <a:solidFill>
            <a:srgbClr val="27346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2435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37744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対話で仕様を詰め切ったら、あとは無人ループが仕上げる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591056" y="4480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27346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59105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コンセプト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922776" y="4480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27346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92277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54496" y="4480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27346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5449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利用方法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586216" y="4480560"/>
            <a:ext cx="2011680" cy="502920"/>
          </a:xfrm>
          <a:prstGeom prst="roundRect">
            <a:avLst>
              <a:gd name="adj" fmla="val 49091"/>
            </a:avLst>
          </a:prstGeom>
          <a:solidFill>
            <a:srgbClr val="27346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586216" y="4480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拡張ポイント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軽量・自律開発ランナー  |  2026-09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コンセプト — なぜ「ライト」か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EFF4FD"/>
          </a:solidFill>
          <a:ln/>
          <a:effectLst>
            <a:outerShdw sx="100000" sy="100000" kx="0" ky="0" algn="bl" rotWithShape="0" blurRad="76200" dist="25400" dir="5400000">
              <a:srgbClr val="9AA7C7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7318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002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37744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フルセットの GSD はスキル 69 個・ワークフロー 3.3 万行と重厚で、1 マイルストーン完了まで時間がかかりすぎる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セッション内でループさせるとコンテキストが際限なく膨張し、後半ほど品質が落ちる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自律実行ほど「人間がいつ・どこで判断するか」の設計が曖昧になりがち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394960" y="12801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つの原則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394960" y="1874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1023" y="201058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172200" y="18288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毎ターン、新規コンテキスト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172200" y="22402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各ターンを claude -p で起動し、コンテキストは毎回捨てる。継続性は .gsd-lite/ のファイルと git だけに持たせる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394960" y="317296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023" y="330903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172200" y="312724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ループは「ダム」に保つ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172200" y="3538728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loop.sh は state.json の next_command を実行するだけ。フェーズ遷移の判断はすべて各ターンの Claude が state に書き込む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394960" y="44714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1023" y="4607479"/>
            <a:ext cx="294803" cy="29480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72200" y="44256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人間の判断は前倒し &amp; 明示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172200" y="483717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仕様の曖昧さは discuss（対話）で詰め切る。無人ターンは迷ったら推測せず BLOCKED で停止し、人間に返す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394960" y="58978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“起きている間に議論、寝ている間に実行”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仕組み① — 5 フェーズと 1 本のブランチ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240280" cy="2834640"/>
          </a:xfrm>
          <a:prstGeom prst="roundRect">
            <a:avLst>
              <a:gd name="adj" fmla="val 4082"/>
            </a:avLst>
          </a:prstGeom>
          <a:solidFill>
            <a:srgbClr val="EFF4F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対話セッション（人間 + AUQ）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880360" y="1417320"/>
            <a:ext cx="8851392" cy="2834640"/>
          </a:xfrm>
          <a:prstGeom prst="roundRect">
            <a:avLst>
              <a:gd name="adj" fmla="val 3226"/>
            </a:avLst>
          </a:prstGeom>
          <a:solidFill>
            <a:srgbClr val="E6F7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1752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7D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無人ループ（claude -p を毎ターン新規起動）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965960"/>
            <a:ext cx="1572768" cy="201168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2121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2106" y="2253082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" y="27614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13232" y="3127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仕様を詰め切る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要件+ブランチ作成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154680" y="1965960"/>
            <a:ext cx="1572768" cy="201168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6744" y="2121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418" y="225308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154680" y="27614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209544" y="3127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類似OSS・公式Doc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過去PJを調査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956048" y="1965960"/>
            <a:ext cx="1572768" cy="201168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68112" y="2121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786" y="2253082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956048" y="27614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010912" y="3127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1ターン粒度の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タスク列を作成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757416" y="1965960"/>
            <a:ext cx="1572768" cy="201168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269480" y="2121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154" y="2253082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757416" y="27614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impl ×N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812280" y="3127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1ターン=1タスク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実装+テスト+commit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8558784" y="1965960"/>
            <a:ext cx="1572768" cy="201168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9070848" y="212140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2522" y="2253082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558784" y="27614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8613648" y="3127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レビュー+セキュリティ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合格で自動マージ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10360152" y="1965960"/>
            <a:ext cx="1572768" cy="2011680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10872216" y="212140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03890" y="2253082"/>
            <a:ext cx="285293" cy="285293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360152" y="276148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DONE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10415016" y="312724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main にマージ済み</a:t>
            </a:r>
            <a:endParaRPr lang="en-US" sz="9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ブランチは残す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2249424" y="2971800"/>
            <a:ext cx="20116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4745736" y="2971800"/>
            <a:ext cx="20116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39" name="Shape 31"/>
          <p:cNvSpPr/>
          <p:nvPr/>
        </p:nvSpPr>
        <p:spPr>
          <a:xfrm>
            <a:off x="6547104" y="2971800"/>
            <a:ext cx="20116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0" name="Shape 32"/>
          <p:cNvSpPr/>
          <p:nvPr/>
        </p:nvSpPr>
        <p:spPr>
          <a:xfrm>
            <a:off x="8348472" y="2971800"/>
            <a:ext cx="20116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1" name="Shape 33"/>
          <p:cNvSpPr/>
          <p:nvPr/>
        </p:nvSpPr>
        <p:spPr>
          <a:xfrm>
            <a:off x="10149840" y="2971800"/>
            <a:ext cx="201168" cy="0"/>
          </a:xfrm>
          <a:prstGeom prst="line">
            <a:avLst/>
          </a:prstGeom>
          <a:noFill/>
          <a:ln w="2857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2" name="Shape 34"/>
          <p:cNvSpPr/>
          <p:nvPr/>
        </p:nvSpPr>
        <p:spPr>
          <a:xfrm>
            <a:off x="7543800" y="4160520"/>
            <a:ext cx="1801368" cy="0"/>
          </a:xfrm>
          <a:prstGeom prst="line">
            <a:avLst/>
          </a:prstGeom>
          <a:noFill/>
          <a:ln w="22225">
            <a:solidFill>
              <a:srgbClr val="C0392B"/>
            </a:solidFill>
            <a:prstDash val="dash"/>
            <a:headEnd type="triangle"/>
          </a:ln>
        </p:spPr>
      </p:sp>
      <p:sp>
        <p:nvSpPr>
          <p:cNvPr id="43" name="Text 35"/>
          <p:cNvSpPr txBox="1"/>
          <p:nvPr/>
        </p:nvSpPr>
        <p:spPr>
          <a:xfrm>
            <a:off x="6949440" y="42245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指摘あり → 差し戻し（回数上限つき）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457200" y="48463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DF0EF"/>
          </a:solidFill>
          <a:ln/>
        </p:spPr>
      </p:sp>
      <p:sp>
        <p:nvSpPr>
          <p:cNvPr id="45" name="Shape 37"/>
          <p:cNvSpPr/>
          <p:nvPr/>
        </p:nvSpPr>
        <p:spPr>
          <a:xfrm>
            <a:off x="731520" y="5138928"/>
            <a:ext cx="566928" cy="56692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583" y="5274991"/>
            <a:ext cx="294803" cy="294803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508760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BLOCKED で停止</a:t>
            </a:r>
            <a:endParaRPr lang="en-US" sz="1400" dirty="0"/>
          </a:p>
        </p:txBody>
      </p:sp>
      <p:sp>
        <p:nvSpPr>
          <p:cNvPr id="48" name="Text 39"/>
          <p:cNvSpPr txBox="1"/>
          <p:nvPr/>
        </p:nvSpPr>
        <p:spPr>
          <a:xfrm>
            <a:off x="1508760" y="53949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無人ターンは推測しない。質問と選択肢を BLOCKED.md に書いて停止し、人間の判断後に再開</a:t>
            </a:r>
            <a:endParaRPr lang="en-US" sz="1200" dirty="0"/>
          </a:p>
        </p:txBody>
      </p:sp>
      <p:sp>
        <p:nvSpPr>
          <p:cNvPr id="49" name="Shape 40"/>
          <p:cNvSpPr/>
          <p:nvPr/>
        </p:nvSpPr>
        <p:spPr>
          <a:xfrm>
            <a:off x="6245352" y="484632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EFF4FD"/>
          </a:solidFill>
          <a:ln/>
        </p:spPr>
      </p:sp>
      <p:sp>
        <p:nvSpPr>
          <p:cNvPr id="50" name="Shape 41"/>
          <p:cNvSpPr/>
          <p:nvPr/>
        </p:nvSpPr>
        <p:spPr>
          <a:xfrm>
            <a:off x="6519672" y="51389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55735" y="5274991"/>
            <a:ext cx="294803" cy="294803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7296912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マイルストーン = 1 ブランチ</a:t>
            </a:r>
            <a:endParaRPr lang="en-US" sz="1400" dirty="0"/>
          </a:p>
        </p:txBody>
      </p:sp>
      <p:sp>
        <p:nvSpPr>
          <p:cNvPr id="53" name="Text 43"/>
          <p:cNvSpPr txBox="1"/>
          <p:nvPr/>
        </p:nvSpPr>
        <p:spPr>
          <a:xfrm>
            <a:off x="7296912" y="539496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discuss 完了時に gsd-lite/&lt;slug&gt; を作成。verify 合格でベースブランチへ --no-ff マージ（衝突時は BLOCKED）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仕組み② — 責務分担と状態管理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gsd-lite-loop.sh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ダムループ。next_command の実行、turn による生存確認、リトライ上限で自動 BLOCKED、二重起動ガード、フック呼び出しのみ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51960" y="13258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80560" y="1554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261" y="16751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20640" y="15544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state.json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80560" y="219456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機械可読の現在状態。phase / turn / next_command / verify_round / branch / model ルーティングを 1 ファイルに集約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03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05262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スキル 6 個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init / discuss / research / plan / impl / verify。各ターンの手順書としてプロジェクトローカルに配置。1 ターン = 1 タスクが鉄則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251960" y="370332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4805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261" y="405262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12064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.gsd-lite/ + git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4480560" y="4572000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REQUIREMENTS・DECISIONS・RESEARCH・PLAN・PROGRESS（申し送り）。すべてコミットされ、git log だけで完全に追跡・復旧できる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8092440" y="1325880"/>
            <a:ext cx="3566160" cy="4526280"/>
          </a:xfrm>
          <a:prstGeom prst="roundRect">
            <a:avLst>
              <a:gd name="adj" fmla="val 2564"/>
            </a:avLst>
          </a:prstGeom>
          <a:solidFill>
            <a:srgbClr val="141A3C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8321040" y="1463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state.json（ループが読む唯一の判断材料）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182880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"milestone": "v2-edit-...",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"phase": "impl",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"next_command":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"/gsd-lite-impl",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"turn": 5,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"retry": 0,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"verify_round": 0,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"branch": {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"gsd-lite/v2-...",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"base": "main" },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"model": {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"plan": "opus",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"impl": "sonnet" }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番兵値 DONE / BLOCKED / DISCUSS がループの終了条件。「次の一手」を毎ターン Claude 自身が書き込む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利用方法 — 人間の仕事は最初の対話だけ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/gsd-lite-init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83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足場を生成（プロジェクトごとに 1 回）。スキル・allowlist・.gsd-lite/ を配置してコミット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86968" y="2103120"/>
            <a:ext cx="0" cy="777240"/>
          </a:xfrm>
          <a:prstGeom prst="line">
            <a:avLst/>
          </a:prstGeom>
          <a:noFill/>
          <a:ln w="19050">
            <a:solidFill>
              <a:srgbClr val="B9C6E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9260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80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/gsd-lite-discuss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337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AUQ の選択肢に答えるだけで仕様が確定。最後の質問に「起動する」と答えれば、ブランチ作成からループの起動まで完了（コマンド入力は不要）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6968" y="3657600"/>
            <a:ext cx="0" cy="777240"/>
          </a:xfrm>
          <a:prstGeom prst="line">
            <a:avLst/>
          </a:prstGeom>
          <a:noFill/>
          <a:ln w="19050">
            <a:solidFill>
              <a:srgbClr val="B9C6E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48640" y="4480560"/>
            <a:ext cx="685800" cy="6858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4805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放置する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4892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→ plan → impl ×N → verify → 自動マージが無人で進む。朝には main にマージ済みか、BLOCKED.md に質問が置いてある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97880"/>
            <a:ext cx="5943600" cy="685800"/>
          </a:xfrm>
          <a:prstGeom prst="roundRect">
            <a:avLst>
              <a:gd name="adj" fmla="val 13333"/>
            </a:avLst>
          </a:prstGeom>
          <a:solidFill>
            <a:srgbClr val="E6F7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58978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A7D6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手動で起動したいとき: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ターミナルで gsd-lite-loop.sh を実行、または対話セッションで「gsd-lite のループを起動して」と頼むだけでもよい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0" y="1325880"/>
            <a:ext cx="4800600" cy="2926080"/>
          </a:xfrm>
          <a:prstGeom prst="roundRect">
            <a:avLst>
              <a:gd name="adj" fmla="val 3125"/>
            </a:avLst>
          </a:prstGeom>
          <a:solidFill>
            <a:srgbClr val="EFF4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進捗の見方（3 層）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3232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48" y="2075688"/>
            <a:ext cx="237744" cy="23774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772400" y="1920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--status コマンド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772400" y="2240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/ turn / 実行中タスクを整形表示。トークンゼロ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1323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2852928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772400" y="2697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on-phase フック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772400" y="3017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フェーズ遷移で通知をプッシュ。見に行く必要をなくす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7132320" y="35204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3630168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7772400" y="3474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監視サブエージェント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777240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セッション内で変化時だけ 1 行報告。ログは読まない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858000" y="4434840"/>
            <a:ext cx="4800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7132320" y="4572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ループの終了コード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7132320" y="493776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  DONE — マージ済み。成果を確認するだけ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  BLOCKED — BLOCKED.md を読んで判断 → 再実行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  max_turns — 状況確認のうえ上限を調整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  discuss 未完了 — 先に対話で仕様を確定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拡張ポイント — 育てられる場所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72090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フック（通知）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hooks/on-exit.sh・on-phase.sh に ntfy やデスクトップ通知を書くだけで、完了・停止・フェーズ遷移がプッシュで届く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70832" y="13716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99432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133" y="172090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239512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モデルルーティング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599432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state.json でフェーズ別にモデルを指定。plan / verify は上位モデル、impl は Sonnet などコストと品質を配分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193024" y="137160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21624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325" y="172090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61704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allowlist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421624" y="22402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.claude/settings.json を育てて無人ターンの権限詰まりを減らす。/fewer-permission-prompts と併用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947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14406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対象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77240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similar_oss / official_docs / local_projects をマイルストーンごとに選択。過去プロジェクトの検索パスも設定可能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370832" y="37947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99432" y="402336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0133" y="4144061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239512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v2 候補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99432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worktree 分離（ループ中も並行作業）/ スキル動的生成 / verify の 2 ターン分割 / PR 自動作成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193024" y="3794760"/>
            <a:ext cx="3611880" cy="2194560"/>
          </a:xfrm>
          <a:prstGeom prst="roundRect">
            <a:avLst>
              <a:gd name="adj" fmla="val 4167"/>
            </a:avLst>
          </a:prstGeom>
          <a:solidFill>
            <a:srgbClr val="EFF4FD"/>
          </a:solidFill>
          <a:ln/>
          <a:effectLst>
            <a:outerShdw sx="100000" sy="100000" kx="0" ky="0" algn="bl" rotWithShape="0" blurRad="63500" dist="25400" dir="5400000">
              <a:srgbClr val="9AA7C7">
                <a:alpha val="2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21624" y="4023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2325" y="4144061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61704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実案件への適用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421624" y="466344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A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対象リポジトリで init → discuss と打つだけ。既存のテスト資産・規約は discuss と plan が読んで前提に組み込む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E2E 実証済み — そのまま実案件へ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79192" cy="2286000"/>
          </a:xfrm>
          <a:prstGeom prst="roundRect">
            <a:avLst>
              <a:gd name="adj" fmla="val 4000"/>
            </a:avLst>
          </a:prstGeom>
          <a:solidFill>
            <a:srgbClr val="27346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6517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マイルストーン完走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0632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TODO CLI を題材に v1・v2 を E2E で検証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10712" y="1554480"/>
            <a:ext cx="2679192" cy="2286000"/>
          </a:xfrm>
          <a:prstGeom prst="roundRect">
            <a:avLst>
              <a:gd name="adj" fmla="val 4000"/>
            </a:avLst>
          </a:prstGeom>
          <a:solidFill>
            <a:srgbClr val="27346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10712" y="173736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23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6517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無人ターン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30632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毎ターン新規コンテキストの claude -p で完走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72784" y="1554480"/>
            <a:ext cx="2679192" cy="2286000"/>
          </a:xfrm>
          <a:prstGeom prst="roundRect">
            <a:avLst>
              <a:gd name="adj" fmla="val 4000"/>
            </a:avLst>
          </a:prstGeom>
          <a:solidFill>
            <a:srgbClr val="27346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72784" y="173736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45+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6517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 green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30632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受け入れ基準・エラー系・後方互換まで自動検証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34856" y="1554480"/>
            <a:ext cx="2679192" cy="2286000"/>
          </a:xfrm>
          <a:prstGeom prst="roundRect">
            <a:avLst>
              <a:gd name="adj" fmla="val 4000"/>
            </a:avLst>
          </a:prstGeom>
          <a:solidFill>
            <a:srgbClr val="27346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34856" y="1737360"/>
            <a:ext cx="26791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3+1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651760"/>
            <a:ext cx="2404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差し戻し + BLOCKED 復帰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317736" y="3063240"/>
            <a:ext cx="2313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verify の指摘・上限停止・人間判断での再開も実証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141A3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434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使い始める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E6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&lt;プロジェクト&gt; &amp;&amp; claude    →    /gsd-lite-init    →    /gsd-lite-discuss やりたいこと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D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リポジトリ: ~/workspaces/gsd-lite（設計書 docs/SPEC.md・利用手順 §11）  |  参考: gsd-moonlighting / mattpocock grilling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2C39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“対話で詰め切って、コマンド 1 発投げて寝る”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2026-09-09T06:12:48Z</dcterms:created>
  <dcterms:modified xsi:type="dcterms:W3CDTF">2026-09-09T06:12:48Z</dcterms:modified>
</cp:coreProperties>
</file>